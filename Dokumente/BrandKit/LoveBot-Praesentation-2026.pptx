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8016"/>
            <a:ext cx="12191695" cy="82296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2191695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6858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LOVEBOT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E91E8C"/>
                </a:solidFill>
                <a:latin typeface="Calibri"/>
              </a:rPr>
              <a:t>Das LoveBot-Control-Panel · Firmenvorstellung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B9B2CD"/>
                </a:solidFill>
                <a:latin typeface="Calibri"/>
              </a:rPr>
              <a:t>by Maxichen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21945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B2CD"/>
                </a:solidFill>
                <a:latin typeface="Calibri"/>
              </a:rPr>
              <a:t>WhatsApp-Begleit-Bot &amp; Midnight-Control-Panel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84048"/>
            <a:ext cx="960120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Was ist LoveBot?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463040" cy="6400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•  LoveBot ist ein WhatsApp-Begleit-Bot für Communitys — mit Herz, Spiel und Ordnung.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•  Er begleitet Gruppen täglich: Profile &amp; Liebe, Wallet &amp; Minispiele, Moderation &amp;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19856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•  Dazu kommt das Midnight Control-Panel: Gruppen, Nutzer, Rechte, Bot-Sessions &amp; Logs an einem 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6110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•  Eine Marke, die nachts am hellsten leuchtet — entwickelt von Maxichen.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9B2CD"/>
                </a:solidFill>
                <a:latin typeface="Calibri"/>
              </a:rPr>
              <a:t>LoveBot by Maxichen  ·  maxichen.gamebot.me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9B2C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84048"/>
            <a:ext cx="960120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Module &amp;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463040" cy="6400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💜 Love &amp; Community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Profile, Paare, Herzen &amp; Ehe – das Herz von LoveBot.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9164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💰 Wallet &amp; Economy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Kupfer bis Platin, tägliche Belohnungen, Bank &amp;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02168" y="169164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🎮 Games &amp; Achievements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Minispiele, Erfolge, Haustiere, Level &amp; Prestige.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93192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🛡️ Moderation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Welcome/Goodbye, Kick-Meldung, Promote/Demote, Bans.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393192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🔗 Gruppen-Werkzeuge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Anti-Link, Badwords, $sss-Gruppen, $join &amp; $leave.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2168" y="3931920"/>
            <a:ext cx="3529584" cy="196596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/>
          <a:lstStyle/>
          <a:p>
            <a:pPr algn="ctr"/>
            <a:r>
              <a:rPr sz="1800" b="1">
                <a:solidFill>
                  <a:srgbClr val="E91E8C"/>
                </a:solidFill>
                <a:latin typeface="Calibri"/>
              </a:rPr>
              <a:t>🖥️ Midnight Control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Sessions, Nutzer, Rechte &amp; Logs im Web-Panel.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9B2CD"/>
                </a:solidFill>
                <a:latin typeface="Calibri"/>
              </a:rPr>
              <a:t>LoveBot by Maxichen  ·  maxichen.gamebot.me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9B2C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84048"/>
            <a:ext cx="960120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Zahlen &amp; Fakten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463040" cy="6400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B9B2CD"/>
                </a:solidFill>
                <a:latin typeface="Calibri"/>
              </a:rPr>
              <a:t>Live-Kennzahlen · Stand 08.09.2026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💜  13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Nutzer in der Datenbank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224028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👥  6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Gruppen (4 aktiv)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02168" y="224028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🤖  2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Bot-Sessions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1480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🛡️  4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Dashboard-Accounts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411480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💍  1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Liebespaare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02168" y="4114800"/>
            <a:ext cx="3529584" cy="1554480"/>
          </a:xfrm>
          <a:prstGeom prst="roundRect">
            <a:avLst/>
          </a:prstGeom>
          <a:solidFill>
            <a:srgbClr val="2A1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01168"/>
          <a:lstStyle/>
          <a:p>
            <a:pPr algn="l"/>
            <a:r>
              <a:rPr sz="3000" b="1">
                <a:solidFill>
                  <a:srgbClr val="E91E8C"/>
                </a:solidFill>
                <a:latin typeface="Calibri"/>
              </a:rPr>
              <a:t>✅  2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Calibri"/>
              </a:rPr>
              <a:t>registrierte Nutzer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9B2CD"/>
                </a:solidFill>
                <a:latin typeface="Calibri"/>
              </a:rPr>
              <a:t>LoveBot by Maxichen  ·  maxichen.gamebot.me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9B2C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375" y="384048"/>
            <a:ext cx="960120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Sicherheit &amp; Werte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261872"/>
            <a:ext cx="1463040" cy="64008"/>
          </a:xfrm>
          <a:prstGeom prst="rect">
            <a:avLst/>
          </a:prstGeom>
          <a:solidFill>
            <a:srgbClr val="E9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914400"/>
          </a:xfrm>
          <a:prstGeom prst="roundRect">
            <a:avLst/>
          </a:prstGeom>
          <a:solidFill>
            <a:srgbClr val="26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🔐  Rollen &amp; Rechte  —  Owner, Deputy, Admin &amp; Supporter — alles granular steuerbar.</a:t>
            </a:r>
            <a: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34639"/>
            <a:ext cx="10607040" cy="914400"/>
          </a:xfrm>
          <a:prstGeom prst="roundRect">
            <a:avLst/>
          </a:prstGeom>
          <a:solidFill>
            <a:srgbClr val="26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📜  Audit-Log  —  Jede kritische Aktion wird protokolliert &amp; nachvollziehbar.</a:t>
            </a:r>
            <a: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886200"/>
            <a:ext cx="10607040" cy="914400"/>
          </a:xfrm>
          <a:prstGeom prst="roundRect">
            <a:avLst/>
          </a:prstGeom>
          <a:solidFill>
            <a:srgbClr val="26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💜  Privacy first  —  Kein Standort-Tracking, DSGVO-Zustimmung integriert.</a:t>
            </a:r>
            <a: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937760"/>
            <a:ext cx="10607040" cy="914400"/>
          </a:xfrm>
          <a:prstGeom prst="roundRect">
            <a:avLst/>
          </a:prstGeom>
          <a:solidFill>
            <a:srgbClr val="261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28016"/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🌙  Midnight Design  —  Ein Control-Panel, das nachts am schönsten ist.</a:t>
            </a:r>
            <a: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B9B2CD"/>
                </a:solidFill>
                <a:latin typeface="Calibri"/>
              </a:rPr>
              <a:t>LoveBot by Maxichen  ·  maxichen.gamebot.me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3737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B9B2C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2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vebo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1005840"/>
            <a:ext cx="1188720" cy="1188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926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LoveBot by Maxichen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E91E8C"/>
                </a:solidFill>
                <a:latin typeface="Calibri"/>
              </a:rPr>
              <a:t>Danke fürs Reinschauen — Liebe Grüße, Maxichen 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B9B2CD"/>
                </a:solidFill>
                <a:latin typeface="Calibri"/>
              </a:rPr>
              <a:t>maxichen.gamebot.me   ·   maxichen.de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035040"/>
            <a:ext cx="27432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B9B2CD"/>
                </a:solidFill>
                <a:latin typeface="Calibri"/>
              </a:rPr>
              <a:t>LoveBot ☾ · Midnight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